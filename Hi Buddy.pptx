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obster"/>
      <p:regular r:id="rId15"/>
    </p:embeddedFont>
    <p:embeddedFont>
      <p:font typeface="Playfair Display"/>
      <p:regular r:id="rId16"/>
      <p:bold r:id="rId17"/>
      <p:italic r:id="rId18"/>
      <p:boldItalic r:id="rId19"/>
    </p:embeddedFont>
    <p:embeddedFont>
      <p:font typeface="Lexend"/>
      <p:regular r:id="rId20"/>
      <p:bold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Lexend-bold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obster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f98c94e35646a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5ff98c94e35646a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ff98c94e35646a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ff98c94e35646a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5ff98c94e35646a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5ff98c94e35646a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83770b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83770b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c83770b5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c83770b5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c83770b5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c83770b5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c931f35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c931f35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c931f35a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c931f35a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8.jpg"/><Relationship Id="rId5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18" y="-5"/>
            <a:ext cx="726996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9" y="-7"/>
            <a:ext cx="9144000" cy="9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rgbClr val="38761D"/>
                </a:solidFill>
              </a:rPr>
              <a:t>HI BUDDY</a:t>
            </a:r>
            <a:endParaRPr b="1" sz="1800">
              <a:solidFill>
                <a:srgbClr val="38761D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" y="4525797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38761D"/>
                </a:solidFill>
              </a:rPr>
              <a:t>The App that helps track your hi</a:t>
            </a:r>
            <a:endParaRPr b="1" sz="1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991100" y="470241"/>
            <a:ext cx="4152900" cy="28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/>
              <a:t>Is your activity feeling </a:t>
            </a:r>
            <a:r>
              <a:rPr b="1" lang="en" sz="2100" u="sng">
                <a:latin typeface="Lobster"/>
                <a:ea typeface="Lobster"/>
                <a:cs typeface="Lobster"/>
                <a:sym typeface="Lobster"/>
              </a:rPr>
              <a:t>routine</a:t>
            </a:r>
            <a:r>
              <a:rPr b="1" lang="en" sz="2100" u="sng"/>
              <a:t>?</a:t>
            </a:r>
            <a:endParaRPr b="1" sz="2100" u="sng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Font typeface="Lobster"/>
              <a:buChar char="-"/>
            </a:pP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Boring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Font typeface="Lobster"/>
              <a:buChar char="-"/>
            </a:pP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Habit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Char char="-"/>
            </a:pPr>
            <a:r>
              <a:rPr b="1" lang="en" sz="2700" u="sng">
                <a:solidFill>
                  <a:srgbClr val="38761D"/>
                </a:solidFill>
              </a:rPr>
              <a:t>Gone too </a:t>
            </a: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soon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700"/>
              <a:buChar char="-"/>
            </a:pPr>
            <a:r>
              <a:rPr b="1" lang="en" sz="2700" u="sng">
                <a:solidFill>
                  <a:srgbClr val="38761D"/>
                </a:solidFill>
              </a:rPr>
              <a:t>Just down right not </a:t>
            </a:r>
            <a:r>
              <a:rPr b="1" lang="en" sz="2700" u="sng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enjoyable</a:t>
            </a:r>
            <a:endParaRPr b="1" sz="2700" u="sng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5546" y="3329250"/>
            <a:ext cx="1814249" cy="181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91467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0" y="293674"/>
            <a:ext cx="91440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latin typeface="Playfair Display"/>
                <a:ea typeface="Playfair Display"/>
                <a:cs typeface="Playfair Display"/>
                <a:sym typeface="Playfair Display"/>
              </a:rPr>
              <a:t>THERE’S AN </a:t>
            </a:r>
            <a:r>
              <a:rPr b="1" lang="en" sz="4300">
                <a:latin typeface="Playfair Display"/>
                <a:ea typeface="Playfair Display"/>
                <a:cs typeface="Playfair Display"/>
                <a:sym typeface="Playfair Display"/>
              </a:rPr>
              <a:t>APP FOR THAT……</a:t>
            </a:r>
            <a:endParaRPr b="1" sz="43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981621" y="4295100"/>
            <a:ext cx="91440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>
                <a:latin typeface="Verdana"/>
                <a:ea typeface="Verdana"/>
                <a:cs typeface="Verdana"/>
                <a:sym typeface="Verdana"/>
              </a:rPr>
              <a:t>…….Eventually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 u="sng">
                <a:solidFill>
                  <a:srgbClr val="38761D"/>
                </a:solidFill>
                <a:latin typeface="Lexend"/>
                <a:ea typeface="Lexend"/>
                <a:cs typeface="Lexend"/>
                <a:sym typeface="Lexend"/>
              </a:rPr>
              <a:t>HI-BUDDY</a:t>
            </a:r>
            <a:endParaRPr b="1" sz="4700" u="sng">
              <a:solidFill>
                <a:srgbClr val="38761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92325"/>
            <a:ext cx="4558500" cy="3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b="1" lang="en" sz="2200">
                <a:solidFill>
                  <a:srgbClr val="FFFFFF"/>
                </a:solidFill>
              </a:rPr>
              <a:t>The App helps track and optimise your</a:t>
            </a:r>
            <a:r>
              <a:rPr b="1" lang="en" sz="2200"/>
              <a:t> </a:t>
            </a:r>
            <a:r>
              <a:rPr b="1" lang="en" sz="2200" u="sng">
                <a:solidFill>
                  <a:srgbClr val="6AA84F"/>
                </a:solidFill>
              </a:rPr>
              <a:t>Experience</a:t>
            </a:r>
            <a:r>
              <a:rPr b="1" lang="en" sz="2200" u="sng">
                <a:solidFill>
                  <a:srgbClr val="6AA84F"/>
                </a:solidFill>
              </a:rPr>
              <a:t>.</a:t>
            </a:r>
            <a:r>
              <a:rPr b="1" lang="en" sz="2200"/>
              <a:t>.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b="1" lang="en" sz="2200">
                <a:solidFill>
                  <a:schemeClr val="lt1"/>
                </a:solidFill>
              </a:rPr>
              <a:t>Matches your</a:t>
            </a:r>
            <a:r>
              <a:rPr b="1" lang="en" sz="2200"/>
              <a:t> </a:t>
            </a:r>
            <a:r>
              <a:rPr b="1" lang="en" sz="2200">
                <a:solidFill>
                  <a:srgbClr val="FF0000"/>
                </a:solidFill>
              </a:rPr>
              <a:t>sparking</a:t>
            </a:r>
            <a:r>
              <a:rPr b="1" lang="en" sz="2200"/>
              <a:t> </a:t>
            </a:r>
            <a:r>
              <a:rPr b="1" lang="en" sz="2200">
                <a:solidFill>
                  <a:schemeClr val="lt1"/>
                </a:solidFill>
              </a:rPr>
              <a:t>activity with another activity.</a:t>
            </a:r>
            <a:endParaRPr b="1"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b="1" lang="en" sz="2200">
                <a:solidFill>
                  <a:schemeClr val="lt1"/>
                </a:solidFill>
              </a:rPr>
              <a:t>Based off</a:t>
            </a:r>
            <a:r>
              <a:rPr b="1" lang="en" sz="2200"/>
              <a:t> </a:t>
            </a:r>
            <a:r>
              <a:rPr b="1" lang="en" sz="2200" u="sng">
                <a:solidFill>
                  <a:srgbClr val="6AA84F"/>
                </a:solidFill>
              </a:rPr>
              <a:t>strain</a:t>
            </a:r>
            <a:r>
              <a:rPr b="1" lang="en" sz="2200"/>
              <a:t>,</a:t>
            </a:r>
            <a:r>
              <a:rPr b="1" lang="en" sz="2200">
                <a:solidFill>
                  <a:schemeClr val="lt1"/>
                </a:solidFill>
              </a:rPr>
              <a:t> history and mood</a:t>
            </a:r>
            <a:endParaRPr b="1"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-"/>
            </a:pPr>
            <a:r>
              <a:rPr b="1" lang="en" sz="2200">
                <a:solidFill>
                  <a:schemeClr val="lt1"/>
                </a:solidFill>
              </a:rPr>
              <a:t>Gives A list of </a:t>
            </a:r>
            <a:r>
              <a:rPr b="1" lang="en" sz="2200" u="sng">
                <a:solidFill>
                  <a:schemeClr val="lt1"/>
                </a:solidFill>
              </a:rPr>
              <a:t>recommendations.</a:t>
            </a:r>
            <a:endParaRPr b="1" sz="2200" u="sng">
              <a:solidFill>
                <a:schemeClr val="lt1"/>
              </a:solidFill>
            </a:endParaRPr>
          </a:p>
        </p:txBody>
      </p:sp>
      <p:pic>
        <p:nvPicPr>
          <p:cNvPr id="78" name="Google Shape;78;p16" title="image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1976" y="0"/>
            <a:ext cx="2612024" cy="261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image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1975" y="2612025"/>
            <a:ext cx="2531474" cy="253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</a:rPr>
              <a:t>Who it affects and what does it need?</a:t>
            </a:r>
            <a:endParaRPr b="1" u="sng">
              <a:solidFill>
                <a:schemeClr val="lt1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-The Hi-Buddy app is intended to help stoners, lazy and bored people, and party poopers.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-To </a:t>
            </a:r>
            <a:r>
              <a:rPr lang="en">
                <a:solidFill>
                  <a:schemeClr val="lt1"/>
                </a:solidFill>
              </a:rPr>
              <a:t>properly</a:t>
            </a:r>
            <a:r>
              <a:rPr lang="en">
                <a:solidFill>
                  <a:schemeClr val="lt1"/>
                </a:solidFill>
              </a:rPr>
              <a:t> run it needs user interaction and a base level of interaction from the </a:t>
            </a:r>
            <a:r>
              <a:rPr lang="en">
                <a:solidFill>
                  <a:schemeClr val="lt1"/>
                </a:solidFill>
              </a:rPr>
              <a:t>patient</a:t>
            </a:r>
            <a:r>
              <a:rPr lang="en">
                <a:solidFill>
                  <a:schemeClr val="lt1"/>
                </a:solidFill>
              </a:rPr>
              <a:t>. After all they are your buddy,guy.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 Needs to be able to pull from a </a:t>
            </a:r>
            <a:r>
              <a:rPr lang="en">
                <a:solidFill>
                  <a:schemeClr val="lt1"/>
                </a:solidFill>
              </a:rPr>
              <a:t>multiple</a:t>
            </a:r>
            <a:r>
              <a:rPr lang="en">
                <a:solidFill>
                  <a:schemeClr val="lt1"/>
                </a:solidFill>
              </a:rPr>
              <a:t> number of databases such as Video games, music and movies ( I don’t mean information but example: Netflix’s funny movie compared to Disney’s funny movie selection).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latin typeface="Merriweather"/>
                <a:ea typeface="Merriweather"/>
                <a:cs typeface="Merriweather"/>
                <a:sym typeface="Merriweather"/>
              </a:rPr>
              <a:t>How it works?</a:t>
            </a:r>
            <a:endParaRPr b="1" u="sng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-28289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You are presented with a box to choose your emotion or whatever is close to your emotion you are feeling.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#include &lt;iostream&gt;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#include &lt;string&gt;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namespace std;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main()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string answer;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"(1) Happy”\n;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"(2) Sad”\n;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"(3) Hyper”\n;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"(4) Romantical”\n;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"(5) Angry”\n;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"Choose a mood: 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cin &gt;&gt; answer;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cout &lt;&lt; "You selected option: " &lt;&lt; answer &lt;&lt; "\n";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return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 title="image.jpeg"/>
          <p:cNvPicPr preferRelativeResize="0"/>
          <p:nvPr/>
        </p:nvPicPr>
        <p:blipFill rotWithShape="1">
          <a:blip r:embed="rId3">
            <a:alphaModFix/>
          </a:blip>
          <a:srcRect b="27881" l="0" r="0" t="0"/>
          <a:stretch/>
        </p:blipFill>
        <p:spPr>
          <a:xfrm>
            <a:off x="4177875" y="1663975"/>
            <a:ext cx="4737188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81350"/>
            <a:ext cx="4485600" cy="47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After, </a:t>
            </a:r>
            <a:r>
              <a:rPr lang="en"/>
              <a:t>you are presented with Display a box of activities that matches with your mood, first to raise your hope meter is the one.						(Swipe Left for no, Swipe Right for winner)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Box has a main and under it are suggestions to try, based off previous user entries.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goal is to get you to not be on the couch all day.</a:t>
            </a:r>
            <a:endParaRPr/>
          </a:p>
        </p:txBody>
      </p:sp>
      <p:pic>
        <p:nvPicPr>
          <p:cNvPr id="98" name="Google Shape;98;p19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9700" y="593500"/>
            <a:ext cx="4264300" cy="42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0"/>
            <a:ext cx="8479500" cy="44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erriweather"/>
                <a:ea typeface="Merriweather"/>
                <a:cs typeface="Merriweather"/>
                <a:sym typeface="Merriweather"/>
              </a:rPr>
              <a:t>     </a:t>
            </a:r>
            <a:r>
              <a:rPr b="1" lang="en" sz="6600">
                <a:latin typeface="Merriweather"/>
                <a:ea typeface="Merriweather"/>
                <a:cs typeface="Merriweather"/>
                <a:sym typeface="Merriweather"/>
              </a:rPr>
              <a:t>Pseudo</a:t>
            </a:r>
            <a:r>
              <a:rPr b="1" lang="en" sz="6600">
                <a:latin typeface="Merriweather"/>
                <a:ea typeface="Merriweather"/>
                <a:cs typeface="Merriweather"/>
                <a:sym typeface="Merriweather"/>
              </a:rPr>
              <a:t> No-jutsu</a:t>
            </a:r>
            <a:endParaRPr b="1" sz="6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DISPLAY "----------------------------------"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         YOUR ACTIVITY BOX         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"----------------------------------"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IF mood_choice IS "1"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"HI-BUDDY: FUNNY MOVIES"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"- Ted (Peacock)"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"- Bridesmaids (Netflix)"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// ... list continues for mood 1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</a:t>
            </a:r>
            <a:r>
              <a:rPr b="1" lang="en"/>
              <a:t> ELSE IF</a:t>
            </a:r>
            <a:r>
              <a:rPr lang="en"/>
              <a:t> mood_choice IS "2"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"SAD MODE: COMFORT ACTIVITIES"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"- Warm tea + blanket"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"- Soft music playlist"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// ... list continues for mood 2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ELSE IF mood_choice IS "3"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"HYPER MODE: ENERGY BOOSTERS"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"- Fun challenges"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// ... list continues for mood 3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ELSE IF mood_choice IS "4"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"ROMANTIC VIBES: LOVE MOMENTS"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"- Romantic movie"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// ... list continues for mood 4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ELSE IF mood_choice IS "5"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"ANGRY MODE: RELEASE ACTIVITIES"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"- Deep breathing"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// ... list continues for mood 5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ELSE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    DISPLAY "Invalid mood option."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END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"----------------------------------"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END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// Main execution block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FUNCTION Main()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DECLARE answer AS 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"Select your mood:"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"(1) Happy"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"(2) Sad"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"(3) Hyper"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"(4) Romantic"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DISPLAY "(5) Angry"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</a:t>
            </a:r>
            <a:r>
              <a:rPr lang="en"/>
              <a:t> PROMPT "Choose mood number: 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INPUT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CALL ShowActivityBox(answer)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END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PROGRAM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6175"/>
            <a:ext cx="4244749" cy="424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9625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